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9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F52"/>
    <a:srgbClr val="12869B"/>
    <a:srgbClr val="0A6171"/>
    <a:srgbClr val="213B3E"/>
    <a:srgbClr val="0B2E33"/>
    <a:srgbClr val="728180"/>
    <a:srgbClr val="738180"/>
    <a:srgbClr val="34343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93"/>
    <p:restoredTop sz="94673"/>
  </p:normalViewPr>
  <p:slideViewPr>
    <p:cSldViewPr snapToGrid="0">
      <p:cViewPr varScale="1">
        <p:scale>
          <a:sx n="105" d="100"/>
          <a:sy n="105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 Broadus" userId="154094a3-bffe-46f8-83a9-71fef4cb5f7c" providerId="ADAL" clId="{6715863D-81D7-4E9A-9A7F-9DD4C2B88469}"/>
    <pc:docChg chg="undo redo custSel addSld delSld modSld sldOrd">
      <pc:chgData name="Kara Broadus" userId="154094a3-bffe-46f8-83a9-71fef4cb5f7c" providerId="ADAL" clId="{6715863D-81D7-4E9A-9A7F-9DD4C2B88469}" dt="2026-08-17T19:16:59.300" v="81" actId="478"/>
      <pc:docMkLst>
        <pc:docMk/>
      </pc:docMkLst>
      <pc:sldChg chg="add del">
        <pc:chgData name="Kara Broadus" userId="154094a3-bffe-46f8-83a9-71fef4cb5f7c" providerId="ADAL" clId="{6715863D-81D7-4E9A-9A7F-9DD4C2B88469}" dt="2026-08-17T19:06:17.181" v="35" actId="47"/>
        <pc:sldMkLst>
          <pc:docMk/>
          <pc:sldMk cId="1321843246" sldId="256"/>
        </pc:sldMkLst>
      </pc:sldChg>
      <pc:sldChg chg="del">
        <pc:chgData name="Kara Broadus" userId="154094a3-bffe-46f8-83a9-71fef4cb5f7c" providerId="ADAL" clId="{6715863D-81D7-4E9A-9A7F-9DD4C2B88469}" dt="2026-08-17T18:50:01.157" v="0" actId="47"/>
        <pc:sldMkLst>
          <pc:docMk/>
          <pc:sldMk cId="666045190" sldId="258"/>
        </pc:sldMkLst>
      </pc:sldChg>
      <pc:sldChg chg="modSp mod">
        <pc:chgData name="Kara Broadus" userId="154094a3-bffe-46f8-83a9-71fef4cb5f7c" providerId="ADAL" clId="{6715863D-81D7-4E9A-9A7F-9DD4C2B88469}" dt="2026-08-17T18:50:15.499" v="4" actId="33524"/>
        <pc:sldMkLst>
          <pc:docMk/>
          <pc:sldMk cId="2487474740" sldId="259"/>
        </pc:sldMkLst>
        <pc:spChg chg="mod">
          <ac:chgData name="Kara Broadus" userId="154094a3-bffe-46f8-83a9-71fef4cb5f7c" providerId="ADAL" clId="{6715863D-81D7-4E9A-9A7F-9DD4C2B88469}" dt="2026-08-17T18:50:15.499" v="4" actId="33524"/>
          <ac:spMkLst>
            <pc:docMk/>
            <pc:sldMk cId="2487474740" sldId="259"/>
            <ac:spMk id="8" creationId="{8D9D8930-DA38-0DE7-C58A-B42D15D03FC5}"/>
          </ac:spMkLst>
        </pc:spChg>
      </pc:sldChg>
      <pc:sldChg chg="del">
        <pc:chgData name="Kara Broadus" userId="154094a3-bffe-46f8-83a9-71fef4cb5f7c" providerId="ADAL" clId="{6715863D-81D7-4E9A-9A7F-9DD4C2B88469}" dt="2026-08-17T19:04:34.941" v="33" actId="47"/>
        <pc:sldMkLst>
          <pc:docMk/>
          <pc:sldMk cId="4123321240" sldId="260"/>
        </pc:sldMkLst>
      </pc:sldChg>
      <pc:sldChg chg="del">
        <pc:chgData name="Kara Broadus" userId="154094a3-bffe-46f8-83a9-71fef4cb5f7c" providerId="ADAL" clId="{6715863D-81D7-4E9A-9A7F-9DD4C2B88469}" dt="2026-08-17T19:04:15.711" v="26" actId="47"/>
        <pc:sldMkLst>
          <pc:docMk/>
          <pc:sldMk cId="908996100" sldId="261"/>
        </pc:sldMkLst>
      </pc:sldChg>
      <pc:sldChg chg="del">
        <pc:chgData name="Kara Broadus" userId="154094a3-bffe-46f8-83a9-71fef4cb5f7c" providerId="ADAL" clId="{6715863D-81D7-4E9A-9A7F-9DD4C2B88469}" dt="2026-08-17T19:09:16.062" v="43" actId="47"/>
        <pc:sldMkLst>
          <pc:docMk/>
          <pc:sldMk cId="1339838827" sldId="262"/>
        </pc:sldMkLst>
      </pc:sldChg>
      <pc:sldChg chg="del ord">
        <pc:chgData name="Kara Broadus" userId="154094a3-bffe-46f8-83a9-71fef4cb5f7c" providerId="ADAL" clId="{6715863D-81D7-4E9A-9A7F-9DD4C2B88469}" dt="2026-08-17T19:06:40.409" v="36" actId="47"/>
        <pc:sldMkLst>
          <pc:docMk/>
          <pc:sldMk cId="4064896622" sldId="263"/>
        </pc:sldMkLst>
      </pc:sldChg>
      <pc:sldChg chg="del">
        <pc:chgData name="Kara Broadus" userId="154094a3-bffe-46f8-83a9-71fef4cb5f7c" providerId="ADAL" clId="{6715863D-81D7-4E9A-9A7F-9DD4C2B88469}" dt="2026-08-17T19:04:17.842" v="27" actId="47"/>
        <pc:sldMkLst>
          <pc:docMk/>
          <pc:sldMk cId="2474699342" sldId="264"/>
        </pc:sldMkLst>
      </pc:sldChg>
      <pc:sldChg chg="del">
        <pc:chgData name="Kara Broadus" userId="154094a3-bffe-46f8-83a9-71fef4cb5f7c" providerId="ADAL" clId="{6715863D-81D7-4E9A-9A7F-9DD4C2B88469}" dt="2026-08-17T19:04:27.550" v="31" actId="47"/>
        <pc:sldMkLst>
          <pc:docMk/>
          <pc:sldMk cId="1401403198" sldId="265"/>
        </pc:sldMkLst>
      </pc:sldChg>
      <pc:sldChg chg="del">
        <pc:chgData name="Kara Broadus" userId="154094a3-bffe-46f8-83a9-71fef4cb5f7c" providerId="ADAL" clId="{6715863D-81D7-4E9A-9A7F-9DD4C2B88469}" dt="2026-08-17T19:04:29.166" v="32" actId="47"/>
        <pc:sldMkLst>
          <pc:docMk/>
          <pc:sldMk cId="4126243854" sldId="267"/>
        </pc:sldMkLst>
      </pc:sldChg>
      <pc:sldChg chg="del">
        <pc:chgData name="Kara Broadus" userId="154094a3-bffe-46f8-83a9-71fef4cb5f7c" providerId="ADAL" clId="{6715863D-81D7-4E9A-9A7F-9DD4C2B88469}" dt="2026-08-17T19:04:05.615" v="25" actId="47"/>
        <pc:sldMkLst>
          <pc:docMk/>
          <pc:sldMk cId="1222836142" sldId="269"/>
        </pc:sldMkLst>
      </pc:sldChg>
      <pc:sldChg chg="del">
        <pc:chgData name="Kara Broadus" userId="154094a3-bffe-46f8-83a9-71fef4cb5f7c" providerId="ADAL" clId="{6715863D-81D7-4E9A-9A7F-9DD4C2B88469}" dt="2026-08-17T19:04:25.590" v="30" actId="47"/>
        <pc:sldMkLst>
          <pc:docMk/>
          <pc:sldMk cId="4214007538" sldId="270"/>
        </pc:sldMkLst>
      </pc:sldChg>
      <pc:sldChg chg="modSp mod">
        <pc:chgData name="Kara Broadus" userId="154094a3-bffe-46f8-83a9-71fef4cb5f7c" providerId="ADAL" clId="{6715863D-81D7-4E9A-9A7F-9DD4C2B88469}" dt="2026-08-17T19:11:16.402" v="44" actId="1076"/>
        <pc:sldMkLst>
          <pc:docMk/>
          <pc:sldMk cId="696881771" sldId="271"/>
        </pc:sldMkLst>
        <pc:spChg chg="mod">
          <ac:chgData name="Kara Broadus" userId="154094a3-bffe-46f8-83a9-71fef4cb5f7c" providerId="ADAL" clId="{6715863D-81D7-4E9A-9A7F-9DD4C2B88469}" dt="2026-08-17T19:11:16.402" v="44" actId="1076"/>
          <ac:spMkLst>
            <pc:docMk/>
            <pc:sldMk cId="696881771" sldId="271"/>
            <ac:spMk id="4" creationId="{6D50BD7E-D18C-5EE0-108B-A4E6C2CFE3DB}"/>
          </ac:spMkLst>
        </pc:spChg>
      </pc:sldChg>
      <pc:sldChg chg="delSp modSp mod">
        <pc:chgData name="Kara Broadus" userId="154094a3-bffe-46f8-83a9-71fef4cb5f7c" providerId="ADAL" clId="{6715863D-81D7-4E9A-9A7F-9DD4C2B88469}" dt="2026-08-17T19:11:39.755" v="46" actId="1076"/>
        <pc:sldMkLst>
          <pc:docMk/>
          <pc:sldMk cId="2219574283" sldId="272"/>
        </pc:sldMkLst>
        <pc:spChg chg="del">
          <ac:chgData name="Kara Broadus" userId="154094a3-bffe-46f8-83a9-71fef4cb5f7c" providerId="ADAL" clId="{6715863D-81D7-4E9A-9A7F-9DD4C2B88469}" dt="2026-08-17T19:11:32.651" v="45" actId="478"/>
          <ac:spMkLst>
            <pc:docMk/>
            <pc:sldMk cId="2219574283" sldId="272"/>
            <ac:spMk id="3" creationId="{EFFC2610-1739-0360-1EC0-CB7A45572199}"/>
          </ac:spMkLst>
        </pc:spChg>
        <pc:spChg chg="mod">
          <ac:chgData name="Kara Broadus" userId="154094a3-bffe-46f8-83a9-71fef4cb5f7c" providerId="ADAL" clId="{6715863D-81D7-4E9A-9A7F-9DD4C2B88469}" dt="2026-08-17T19:11:39.755" v="46" actId="1076"/>
          <ac:spMkLst>
            <pc:docMk/>
            <pc:sldMk cId="2219574283" sldId="272"/>
            <ac:spMk id="4" creationId="{BF9F2C23-A406-4FE6-4324-69A0393E3DEF}"/>
          </ac:spMkLst>
        </pc:spChg>
      </pc:sldChg>
      <pc:sldChg chg="delSp modSp mod">
        <pc:chgData name="Kara Broadus" userId="154094a3-bffe-46f8-83a9-71fef4cb5f7c" providerId="ADAL" clId="{6715863D-81D7-4E9A-9A7F-9DD4C2B88469}" dt="2026-08-17T19:11:58.267" v="48" actId="1076"/>
        <pc:sldMkLst>
          <pc:docMk/>
          <pc:sldMk cId="9046889" sldId="273"/>
        </pc:sldMkLst>
        <pc:spChg chg="del">
          <ac:chgData name="Kara Broadus" userId="154094a3-bffe-46f8-83a9-71fef4cb5f7c" providerId="ADAL" clId="{6715863D-81D7-4E9A-9A7F-9DD4C2B88469}" dt="2026-08-17T19:11:51.588" v="47" actId="478"/>
          <ac:spMkLst>
            <pc:docMk/>
            <pc:sldMk cId="9046889" sldId="273"/>
            <ac:spMk id="3" creationId="{7FFDF88F-3BF0-503B-B492-4127A0DF1AF8}"/>
          </ac:spMkLst>
        </pc:spChg>
        <pc:spChg chg="mod">
          <ac:chgData name="Kara Broadus" userId="154094a3-bffe-46f8-83a9-71fef4cb5f7c" providerId="ADAL" clId="{6715863D-81D7-4E9A-9A7F-9DD4C2B88469}" dt="2026-08-17T19:11:58.267" v="48" actId="1076"/>
          <ac:spMkLst>
            <pc:docMk/>
            <pc:sldMk cId="9046889" sldId="273"/>
            <ac:spMk id="4" creationId="{4C20DB92-D174-79CE-8F86-2091CA3F640A}"/>
          </ac:spMkLst>
        </pc:spChg>
      </pc:sldChg>
      <pc:sldChg chg="delSp modSp mod">
        <pc:chgData name="Kara Broadus" userId="154094a3-bffe-46f8-83a9-71fef4cb5f7c" providerId="ADAL" clId="{6715863D-81D7-4E9A-9A7F-9DD4C2B88469}" dt="2026-08-17T19:12:13.708" v="50" actId="1076"/>
        <pc:sldMkLst>
          <pc:docMk/>
          <pc:sldMk cId="2860794191" sldId="274"/>
        </pc:sldMkLst>
        <pc:spChg chg="del">
          <ac:chgData name="Kara Broadus" userId="154094a3-bffe-46f8-83a9-71fef4cb5f7c" providerId="ADAL" clId="{6715863D-81D7-4E9A-9A7F-9DD4C2B88469}" dt="2026-08-17T19:12:09.077" v="49" actId="478"/>
          <ac:spMkLst>
            <pc:docMk/>
            <pc:sldMk cId="2860794191" sldId="274"/>
            <ac:spMk id="3" creationId="{DA9E9D6A-6910-653D-9286-168B6D11DBAC}"/>
          </ac:spMkLst>
        </pc:spChg>
        <pc:spChg chg="mod">
          <ac:chgData name="Kara Broadus" userId="154094a3-bffe-46f8-83a9-71fef4cb5f7c" providerId="ADAL" clId="{6715863D-81D7-4E9A-9A7F-9DD4C2B88469}" dt="2026-08-17T19:12:13.708" v="50" actId="1076"/>
          <ac:spMkLst>
            <pc:docMk/>
            <pc:sldMk cId="2860794191" sldId="274"/>
            <ac:spMk id="4" creationId="{DFBF1E0F-B012-A158-5E90-A5119ADFC5D6}"/>
          </ac:spMkLst>
        </pc:spChg>
      </pc:sldChg>
      <pc:sldChg chg="delSp modSp mod">
        <pc:chgData name="Kara Broadus" userId="154094a3-bffe-46f8-83a9-71fef4cb5f7c" providerId="ADAL" clId="{6715863D-81D7-4E9A-9A7F-9DD4C2B88469}" dt="2026-08-17T19:12:27.036" v="52" actId="1076"/>
        <pc:sldMkLst>
          <pc:docMk/>
          <pc:sldMk cId="176750825" sldId="275"/>
        </pc:sldMkLst>
        <pc:spChg chg="del">
          <ac:chgData name="Kara Broadus" userId="154094a3-bffe-46f8-83a9-71fef4cb5f7c" providerId="ADAL" clId="{6715863D-81D7-4E9A-9A7F-9DD4C2B88469}" dt="2026-08-17T19:12:22.709" v="51" actId="478"/>
          <ac:spMkLst>
            <pc:docMk/>
            <pc:sldMk cId="176750825" sldId="275"/>
            <ac:spMk id="3" creationId="{0A8DE3C3-1432-6A66-FC76-78603578DCE6}"/>
          </ac:spMkLst>
        </pc:spChg>
        <pc:spChg chg="mod">
          <ac:chgData name="Kara Broadus" userId="154094a3-bffe-46f8-83a9-71fef4cb5f7c" providerId="ADAL" clId="{6715863D-81D7-4E9A-9A7F-9DD4C2B88469}" dt="2026-08-17T19:12:27.036" v="52" actId="1076"/>
          <ac:spMkLst>
            <pc:docMk/>
            <pc:sldMk cId="176750825" sldId="275"/>
            <ac:spMk id="4" creationId="{AFADE5AF-8025-0BC7-A7FC-4DD231640CE0}"/>
          </ac:spMkLst>
        </pc:spChg>
      </pc:sldChg>
      <pc:sldChg chg="delSp modSp mod">
        <pc:chgData name="Kara Broadus" userId="154094a3-bffe-46f8-83a9-71fef4cb5f7c" providerId="ADAL" clId="{6715863D-81D7-4E9A-9A7F-9DD4C2B88469}" dt="2026-08-17T19:12:49.419" v="55" actId="255"/>
        <pc:sldMkLst>
          <pc:docMk/>
          <pc:sldMk cId="150209425" sldId="276"/>
        </pc:sldMkLst>
        <pc:spChg chg="del">
          <ac:chgData name="Kara Broadus" userId="154094a3-bffe-46f8-83a9-71fef4cb5f7c" providerId="ADAL" clId="{6715863D-81D7-4E9A-9A7F-9DD4C2B88469}" dt="2026-08-17T19:12:33.213" v="53" actId="478"/>
          <ac:spMkLst>
            <pc:docMk/>
            <pc:sldMk cId="150209425" sldId="276"/>
            <ac:spMk id="3" creationId="{1BDFF864-FE10-CCAD-3C3A-D28259D7678D}"/>
          </ac:spMkLst>
        </pc:spChg>
        <pc:spChg chg="mod">
          <ac:chgData name="Kara Broadus" userId="154094a3-bffe-46f8-83a9-71fef4cb5f7c" providerId="ADAL" clId="{6715863D-81D7-4E9A-9A7F-9DD4C2B88469}" dt="2026-08-17T19:12:49.419" v="55" actId="255"/>
          <ac:spMkLst>
            <pc:docMk/>
            <pc:sldMk cId="150209425" sldId="276"/>
            <ac:spMk id="4" creationId="{D0D48111-3254-0851-F9BD-DBCA5F23E07E}"/>
          </ac:spMkLst>
        </pc:spChg>
      </pc:sldChg>
      <pc:sldChg chg="addSp delSp modSp new mod">
        <pc:chgData name="Kara Broadus" userId="154094a3-bffe-46f8-83a9-71fef4cb5f7c" providerId="ADAL" clId="{6715863D-81D7-4E9A-9A7F-9DD4C2B88469}" dt="2026-08-17T19:01:34.533" v="16" actId="732"/>
        <pc:sldMkLst>
          <pc:docMk/>
          <pc:sldMk cId="429807954" sldId="277"/>
        </pc:sldMkLst>
        <pc:spChg chg="mod">
          <ac:chgData name="Kara Broadus" userId="154094a3-bffe-46f8-83a9-71fef4cb5f7c" providerId="ADAL" clId="{6715863D-81D7-4E9A-9A7F-9DD4C2B88469}" dt="2026-08-17T18:57:33.699" v="6"/>
          <ac:spMkLst>
            <pc:docMk/>
            <pc:sldMk cId="429807954" sldId="277"/>
            <ac:spMk id="2" creationId="{2A340E83-FA44-B299-504D-AE27BC6299C4}"/>
          </ac:spMkLst>
        </pc:spChg>
        <pc:spChg chg="del">
          <ac:chgData name="Kara Broadus" userId="154094a3-bffe-46f8-83a9-71fef4cb5f7c" providerId="ADAL" clId="{6715863D-81D7-4E9A-9A7F-9DD4C2B88469}" dt="2026-08-17T19:00:53.101" v="11" actId="478"/>
          <ac:spMkLst>
            <pc:docMk/>
            <pc:sldMk cId="429807954" sldId="277"/>
            <ac:spMk id="3" creationId="{0E114788-B191-09C4-6085-543CACD489F2}"/>
          </ac:spMkLst>
        </pc:spChg>
        <pc:spChg chg="del">
          <ac:chgData name="Kara Broadus" userId="154094a3-bffe-46f8-83a9-71fef4cb5f7c" providerId="ADAL" clId="{6715863D-81D7-4E9A-9A7F-9DD4C2B88469}" dt="2026-08-17T19:00:50.537" v="10" actId="478"/>
          <ac:spMkLst>
            <pc:docMk/>
            <pc:sldMk cId="429807954" sldId="277"/>
            <ac:spMk id="4" creationId="{1CCE8123-9101-9D3B-DD33-F9A32655A01B}"/>
          </ac:spMkLst>
        </pc:spChg>
        <pc:picChg chg="add del">
          <ac:chgData name="Kara Broadus" userId="154094a3-bffe-46f8-83a9-71fef4cb5f7c" providerId="ADAL" clId="{6715863D-81D7-4E9A-9A7F-9DD4C2B88469}" dt="2026-08-17T19:00:04.275" v="8" actId="478"/>
          <ac:picMkLst>
            <pc:docMk/>
            <pc:sldMk cId="429807954" sldId="277"/>
            <ac:picMk id="6" creationId="{EA158CFB-DF7C-1E27-B8F0-0DCDC729E7B3}"/>
          </ac:picMkLst>
        </pc:picChg>
        <pc:picChg chg="add mod ord modCrop">
          <ac:chgData name="Kara Broadus" userId="154094a3-bffe-46f8-83a9-71fef4cb5f7c" providerId="ADAL" clId="{6715863D-81D7-4E9A-9A7F-9DD4C2B88469}" dt="2026-08-17T19:01:34.533" v="16" actId="732"/>
          <ac:picMkLst>
            <pc:docMk/>
            <pc:sldMk cId="429807954" sldId="277"/>
            <ac:picMk id="8" creationId="{5308FCE7-BB68-7629-BC29-C52C89A73856}"/>
          </ac:picMkLst>
        </pc:picChg>
      </pc:sldChg>
      <pc:sldChg chg="new del">
        <pc:chgData name="Kara Broadus" userId="154094a3-bffe-46f8-83a9-71fef4cb5f7c" providerId="ADAL" clId="{6715863D-81D7-4E9A-9A7F-9DD4C2B88469}" dt="2026-08-17T19:04:02.918" v="24" actId="47"/>
        <pc:sldMkLst>
          <pc:docMk/>
          <pc:sldMk cId="4184768806" sldId="278"/>
        </pc:sldMkLst>
      </pc:sldChg>
      <pc:sldChg chg="addSp delSp modSp new mod modClrScheme chgLayout">
        <pc:chgData name="Kara Broadus" userId="154094a3-bffe-46f8-83a9-71fef4cb5f7c" providerId="ADAL" clId="{6715863D-81D7-4E9A-9A7F-9DD4C2B88469}" dt="2026-08-17T19:16:59.300" v="81" actId="478"/>
        <pc:sldMkLst>
          <pc:docMk/>
          <pc:sldMk cId="418815629" sldId="279"/>
        </pc:sldMkLst>
        <pc:spChg chg="mod ord">
          <ac:chgData name="Kara Broadus" userId="154094a3-bffe-46f8-83a9-71fef4cb5f7c" providerId="ADAL" clId="{6715863D-81D7-4E9A-9A7F-9DD4C2B88469}" dt="2026-08-17T19:13:53.730" v="61" actId="700"/>
          <ac:spMkLst>
            <pc:docMk/>
            <pc:sldMk cId="418815629" sldId="279"/>
            <ac:spMk id="2" creationId="{19970592-2D54-2518-4A07-200EF0EE8FD4}"/>
          </ac:spMkLst>
        </pc:spChg>
        <pc:spChg chg="mod ord">
          <ac:chgData name="Kara Broadus" userId="154094a3-bffe-46f8-83a9-71fef4cb5f7c" providerId="ADAL" clId="{6715863D-81D7-4E9A-9A7F-9DD4C2B88469}" dt="2026-08-17T19:13:53.730" v="61" actId="700"/>
          <ac:spMkLst>
            <pc:docMk/>
            <pc:sldMk cId="418815629" sldId="279"/>
            <ac:spMk id="3" creationId="{53026DC9-3757-7EBE-D42C-84B90A0CA3C4}"/>
          </ac:spMkLst>
        </pc:spChg>
        <pc:spChg chg="mod ord">
          <ac:chgData name="Kara Broadus" userId="154094a3-bffe-46f8-83a9-71fef4cb5f7c" providerId="ADAL" clId="{6715863D-81D7-4E9A-9A7F-9DD4C2B88469}" dt="2026-08-17T19:13:53.730" v="61" actId="700"/>
          <ac:spMkLst>
            <pc:docMk/>
            <pc:sldMk cId="418815629" sldId="279"/>
            <ac:spMk id="4" creationId="{D24C750E-280F-1FF8-29C1-D22F7651B1A2}"/>
          </ac:spMkLst>
        </pc:spChg>
        <pc:spChg chg="add del mod">
          <ac:chgData name="Kara Broadus" userId="154094a3-bffe-46f8-83a9-71fef4cb5f7c" providerId="ADAL" clId="{6715863D-81D7-4E9A-9A7F-9DD4C2B88469}" dt="2026-08-17T19:16:59.300" v="81" actId="478"/>
          <ac:spMkLst>
            <pc:docMk/>
            <pc:sldMk cId="418815629" sldId="279"/>
            <ac:spMk id="6" creationId="{6372BA23-BE96-3AB1-A554-AF6A909734F3}"/>
          </ac:spMkLst>
        </pc:spChg>
      </pc:sldChg>
      <pc:sldChg chg="modSp new del mod modClrScheme chgLayout">
        <pc:chgData name="Kara Broadus" userId="154094a3-bffe-46f8-83a9-71fef4cb5f7c" providerId="ADAL" clId="{6715863D-81D7-4E9A-9A7F-9DD4C2B88469}" dt="2026-08-17T19:15:23.713" v="70" actId="47"/>
        <pc:sldMkLst>
          <pc:docMk/>
          <pc:sldMk cId="2420073840" sldId="280"/>
        </pc:sldMkLst>
        <pc:spChg chg="mod ord">
          <ac:chgData name="Kara Broadus" userId="154094a3-bffe-46f8-83a9-71fef4cb5f7c" providerId="ADAL" clId="{6715863D-81D7-4E9A-9A7F-9DD4C2B88469}" dt="2026-08-17T19:15:20.605" v="69" actId="255"/>
          <ac:spMkLst>
            <pc:docMk/>
            <pc:sldMk cId="2420073840" sldId="280"/>
            <ac:spMk id="2" creationId="{3C826806-FAA6-5F47-365F-707C3DA765F1}"/>
          </ac:spMkLst>
        </pc:spChg>
      </pc:sldChg>
    </pc:docChg>
  </pc:docChgLst>
  <pc:docChgLst>
    <pc:chgData name="Elizabeth Jennings" userId="dd1cb20f-957b-4888-843e-41523e702509" providerId="ADAL" clId="{551F187B-122B-45DA-A291-1713AFA0715C}"/>
    <pc:docChg chg="custSel delSld modSld sldOrd">
      <pc:chgData name="Elizabeth Jennings" userId="dd1cb20f-957b-4888-843e-41523e702509" providerId="ADAL" clId="{551F187B-122B-45DA-A291-1713AFA0715C}" dt="2026-08-18T19:29:21.270" v="219" actId="962"/>
      <pc:docMkLst>
        <pc:docMk/>
      </pc:docMkLst>
      <pc:sldChg chg="modSp mod">
        <pc:chgData name="Elizabeth Jennings" userId="dd1cb20f-957b-4888-843e-41523e702509" providerId="ADAL" clId="{551F187B-122B-45DA-A291-1713AFA0715C}" dt="2026-08-18T19:08:34.032" v="157" actId="1076"/>
        <pc:sldMkLst>
          <pc:docMk/>
          <pc:sldMk cId="1321843246" sldId="256"/>
        </pc:sldMkLst>
        <pc:spChg chg="mod">
          <ac:chgData name="Elizabeth Jennings" userId="dd1cb20f-957b-4888-843e-41523e702509" providerId="ADAL" clId="{551F187B-122B-45DA-A291-1713AFA0715C}" dt="2026-08-18T19:08:34.032" v="157" actId="1076"/>
          <ac:spMkLst>
            <pc:docMk/>
            <pc:sldMk cId="1321843246" sldId="256"/>
            <ac:spMk id="3" creationId="{843E6E66-74A0-B89E-5314-8C89D19BAF8F}"/>
          </ac:spMkLst>
        </pc:spChg>
        <pc:spChg chg="mod">
          <ac:chgData name="Elizabeth Jennings" userId="dd1cb20f-957b-4888-843e-41523e702509" providerId="ADAL" clId="{551F187B-122B-45DA-A291-1713AFA0715C}" dt="2026-08-18T19:08:30.162" v="156" actId="1076"/>
          <ac:spMkLst>
            <pc:docMk/>
            <pc:sldMk cId="1321843246" sldId="256"/>
            <ac:spMk id="12" creationId="{BCAA6C9A-8CDE-BDE4-0D9B-5FE2617C3029}"/>
          </ac:spMkLst>
        </pc:spChg>
      </pc:sldChg>
      <pc:sldChg chg="modSp del mod">
        <pc:chgData name="Elizabeth Jennings" userId="dd1cb20f-957b-4888-843e-41523e702509" providerId="ADAL" clId="{551F187B-122B-45DA-A291-1713AFA0715C}" dt="2026-08-18T19:18:30.295" v="209" actId="47"/>
        <pc:sldMkLst>
          <pc:docMk/>
          <pc:sldMk cId="1387795151" sldId="257"/>
        </pc:sldMkLst>
        <pc:spChg chg="mod">
          <ac:chgData name="Elizabeth Jennings" userId="dd1cb20f-957b-4888-843e-41523e702509" providerId="ADAL" clId="{551F187B-122B-45DA-A291-1713AFA0715C}" dt="2026-08-18T19:14:31.765" v="206" actId="14100"/>
          <ac:spMkLst>
            <pc:docMk/>
            <pc:sldMk cId="1387795151" sldId="257"/>
            <ac:spMk id="3" creationId="{931590A5-F87E-A093-4474-C1150F0F7732}"/>
          </ac:spMkLst>
        </pc:spChg>
      </pc:sldChg>
      <pc:sldChg chg="delSp modSp mod">
        <pc:chgData name="Elizabeth Jennings" userId="dd1cb20f-957b-4888-843e-41523e702509" providerId="ADAL" clId="{551F187B-122B-45DA-A291-1713AFA0715C}" dt="2026-08-18T19:10:32.019" v="187" actId="14100"/>
        <pc:sldMkLst>
          <pc:docMk/>
          <pc:sldMk cId="2487474740" sldId="259"/>
        </pc:sldMkLst>
        <pc:spChg chg="mod">
          <ac:chgData name="Elizabeth Jennings" userId="dd1cb20f-957b-4888-843e-41523e702509" providerId="ADAL" clId="{551F187B-122B-45DA-A291-1713AFA0715C}" dt="2026-08-18T19:10:32.019" v="187" actId="14100"/>
          <ac:spMkLst>
            <pc:docMk/>
            <pc:sldMk cId="2487474740" sldId="259"/>
            <ac:spMk id="6" creationId="{7CCAF0C9-2BEB-D2A8-29A7-193DFDF49116}"/>
          </ac:spMkLst>
        </pc:spChg>
        <pc:spChg chg="del">
          <ac:chgData name="Elizabeth Jennings" userId="dd1cb20f-957b-4888-843e-41523e702509" providerId="ADAL" clId="{551F187B-122B-45DA-A291-1713AFA0715C}" dt="2026-08-18T19:10:28.048" v="186" actId="478"/>
          <ac:spMkLst>
            <pc:docMk/>
            <pc:sldMk cId="2487474740" sldId="259"/>
            <ac:spMk id="7" creationId="{7F9E7333-98A7-5A8A-8F8A-7B980CD0EE00}"/>
          </ac:spMkLst>
        </pc:spChg>
        <pc:spChg chg="mod">
          <ac:chgData name="Elizabeth Jennings" userId="dd1cb20f-957b-4888-843e-41523e702509" providerId="ADAL" clId="{551F187B-122B-45DA-A291-1713AFA0715C}" dt="2026-08-18T19:10:24.171" v="185" actId="14100"/>
          <ac:spMkLst>
            <pc:docMk/>
            <pc:sldMk cId="2487474740" sldId="259"/>
            <ac:spMk id="8" creationId="{8D9D8930-DA38-0DE7-C58A-B42D15D03FC5}"/>
          </ac:spMkLst>
        </pc:spChg>
      </pc:sldChg>
      <pc:sldChg chg="modSp mod">
        <pc:chgData name="Elizabeth Jennings" userId="dd1cb20f-957b-4888-843e-41523e702509" providerId="ADAL" clId="{551F187B-122B-45DA-A291-1713AFA0715C}" dt="2026-08-18T19:10:56.429" v="190" actId="14100"/>
        <pc:sldMkLst>
          <pc:docMk/>
          <pc:sldMk cId="696881771" sldId="271"/>
        </pc:sldMkLst>
        <pc:spChg chg="mod">
          <ac:chgData name="Elizabeth Jennings" userId="dd1cb20f-957b-4888-843e-41523e702509" providerId="ADAL" clId="{551F187B-122B-45DA-A291-1713AFA0715C}" dt="2026-08-18T19:10:56.429" v="190" actId="14100"/>
          <ac:spMkLst>
            <pc:docMk/>
            <pc:sldMk cId="696881771" sldId="271"/>
            <ac:spMk id="2" creationId="{C56EA34D-D866-2BB6-AC44-10B9D23A68E0}"/>
          </ac:spMkLst>
        </pc:spChg>
        <pc:spChg chg="mod">
          <ac:chgData name="Elizabeth Jennings" userId="dd1cb20f-957b-4888-843e-41523e702509" providerId="ADAL" clId="{551F187B-122B-45DA-A291-1713AFA0715C}" dt="2026-08-18T19:10:53.154" v="189" actId="14100"/>
          <ac:spMkLst>
            <pc:docMk/>
            <pc:sldMk cId="696881771" sldId="271"/>
            <ac:spMk id="3" creationId="{85C1DF1F-A577-0413-D37D-6073923CE162}"/>
          </ac:spMkLst>
        </pc:spChg>
        <pc:spChg chg="mod">
          <ac:chgData name="Elizabeth Jennings" userId="dd1cb20f-957b-4888-843e-41523e702509" providerId="ADAL" clId="{551F187B-122B-45DA-A291-1713AFA0715C}" dt="2026-08-18T19:10:42.213" v="188" actId="14100"/>
          <ac:spMkLst>
            <pc:docMk/>
            <pc:sldMk cId="696881771" sldId="271"/>
            <ac:spMk id="4" creationId="{6D50BD7E-D18C-5EE0-108B-A4E6C2CFE3DB}"/>
          </ac:spMkLst>
        </pc:spChg>
      </pc:sldChg>
      <pc:sldChg chg="modSp mod">
        <pc:chgData name="Elizabeth Jennings" userId="dd1cb20f-957b-4888-843e-41523e702509" providerId="ADAL" clId="{551F187B-122B-45DA-A291-1713AFA0715C}" dt="2026-08-18T19:11:16.371" v="192" actId="14100"/>
        <pc:sldMkLst>
          <pc:docMk/>
          <pc:sldMk cId="2219574283" sldId="272"/>
        </pc:sldMkLst>
        <pc:spChg chg="mod">
          <ac:chgData name="Elizabeth Jennings" userId="dd1cb20f-957b-4888-843e-41523e702509" providerId="ADAL" clId="{551F187B-122B-45DA-A291-1713AFA0715C}" dt="2026-08-18T19:11:16.371" v="192" actId="14100"/>
          <ac:spMkLst>
            <pc:docMk/>
            <pc:sldMk cId="2219574283" sldId="272"/>
            <ac:spMk id="2" creationId="{18920123-39FD-7D63-67FA-4B41698E255C}"/>
          </ac:spMkLst>
        </pc:spChg>
        <pc:spChg chg="mod">
          <ac:chgData name="Elizabeth Jennings" userId="dd1cb20f-957b-4888-843e-41523e702509" providerId="ADAL" clId="{551F187B-122B-45DA-A291-1713AFA0715C}" dt="2026-08-18T19:11:12.130" v="191" actId="14100"/>
          <ac:spMkLst>
            <pc:docMk/>
            <pc:sldMk cId="2219574283" sldId="272"/>
            <ac:spMk id="4" creationId="{BF9F2C23-A406-4FE6-4324-69A0393E3DEF}"/>
          </ac:spMkLst>
        </pc:spChg>
      </pc:sldChg>
      <pc:sldChg chg="modSp mod">
        <pc:chgData name="Elizabeth Jennings" userId="dd1cb20f-957b-4888-843e-41523e702509" providerId="ADAL" clId="{551F187B-122B-45DA-A291-1713AFA0715C}" dt="2026-08-18T19:11:27.476" v="194" actId="14100"/>
        <pc:sldMkLst>
          <pc:docMk/>
          <pc:sldMk cId="9046889" sldId="273"/>
        </pc:sldMkLst>
        <pc:spChg chg="mod">
          <ac:chgData name="Elizabeth Jennings" userId="dd1cb20f-957b-4888-843e-41523e702509" providerId="ADAL" clId="{551F187B-122B-45DA-A291-1713AFA0715C}" dt="2026-08-18T19:11:27.476" v="194" actId="14100"/>
          <ac:spMkLst>
            <pc:docMk/>
            <pc:sldMk cId="9046889" sldId="273"/>
            <ac:spMk id="2" creationId="{135F8005-AD18-6270-1D92-DF372DBA6D77}"/>
          </ac:spMkLst>
        </pc:spChg>
        <pc:spChg chg="mod">
          <ac:chgData name="Elizabeth Jennings" userId="dd1cb20f-957b-4888-843e-41523e702509" providerId="ADAL" clId="{551F187B-122B-45DA-A291-1713AFA0715C}" dt="2026-08-18T19:11:24.650" v="193" actId="14100"/>
          <ac:spMkLst>
            <pc:docMk/>
            <pc:sldMk cId="9046889" sldId="273"/>
            <ac:spMk id="4" creationId="{4C20DB92-D174-79CE-8F86-2091CA3F640A}"/>
          </ac:spMkLst>
        </pc:spChg>
      </pc:sldChg>
      <pc:sldChg chg="modSp mod">
        <pc:chgData name="Elizabeth Jennings" userId="dd1cb20f-957b-4888-843e-41523e702509" providerId="ADAL" clId="{551F187B-122B-45DA-A291-1713AFA0715C}" dt="2026-08-18T19:11:37.179" v="196" actId="14100"/>
        <pc:sldMkLst>
          <pc:docMk/>
          <pc:sldMk cId="2860794191" sldId="274"/>
        </pc:sldMkLst>
        <pc:spChg chg="mod">
          <ac:chgData name="Elizabeth Jennings" userId="dd1cb20f-957b-4888-843e-41523e702509" providerId="ADAL" clId="{551F187B-122B-45DA-A291-1713AFA0715C}" dt="2026-08-18T19:11:37.179" v="196" actId="14100"/>
          <ac:spMkLst>
            <pc:docMk/>
            <pc:sldMk cId="2860794191" sldId="274"/>
            <ac:spMk id="2" creationId="{62DCB7FD-9404-197D-D17B-988679BA31E9}"/>
          </ac:spMkLst>
        </pc:spChg>
        <pc:spChg chg="mod">
          <ac:chgData name="Elizabeth Jennings" userId="dd1cb20f-957b-4888-843e-41523e702509" providerId="ADAL" clId="{551F187B-122B-45DA-A291-1713AFA0715C}" dt="2026-08-18T19:11:33.731" v="195" actId="14100"/>
          <ac:spMkLst>
            <pc:docMk/>
            <pc:sldMk cId="2860794191" sldId="274"/>
            <ac:spMk id="4" creationId="{DFBF1E0F-B012-A158-5E90-A5119ADFC5D6}"/>
          </ac:spMkLst>
        </pc:spChg>
      </pc:sldChg>
      <pc:sldChg chg="modSp mod">
        <pc:chgData name="Elizabeth Jennings" userId="dd1cb20f-957b-4888-843e-41523e702509" providerId="ADAL" clId="{551F187B-122B-45DA-A291-1713AFA0715C}" dt="2026-08-18T19:11:46.173" v="198" actId="14100"/>
        <pc:sldMkLst>
          <pc:docMk/>
          <pc:sldMk cId="176750825" sldId="275"/>
        </pc:sldMkLst>
        <pc:spChg chg="mod">
          <ac:chgData name="Elizabeth Jennings" userId="dd1cb20f-957b-4888-843e-41523e702509" providerId="ADAL" clId="{551F187B-122B-45DA-A291-1713AFA0715C}" dt="2026-08-18T19:11:46.173" v="198" actId="14100"/>
          <ac:spMkLst>
            <pc:docMk/>
            <pc:sldMk cId="176750825" sldId="275"/>
            <ac:spMk id="2" creationId="{E1504701-7E50-6DCF-B848-801E1245F041}"/>
          </ac:spMkLst>
        </pc:spChg>
        <pc:spChg chg="mod">
          <ac:chgData name="Elizabeth Jennings" userId="dd1cb20f-957b-4888-843e-41523e702509" providerId="ADAL" clId="{551F187B-122B-45DA-A291-1713AFA0715C}" dt="2026-08-18T19:11:42.340" v="197" actId="14100"/>
          <ac:spMkLst>
            <pc:docMk/>
            <pc:sldMk cId="176750825" sldId="275"/>
            <ac:spMk id="4" creationId="{AFADE5AF-8025-0BC7-A7FC-4DD231640CE0}"/>
          </ac:spMkLst>
        </pc:spChg>
      </pc:sldChg>
      <pc:sldChg chg="modSp mod">
        <pc:chgData name="Elizabeth Jennings" userId="dd1cb20f-957b-4888-843e-41523e702509" providerId="ADAL" clId="{551F187B-122B-45DA-A291-1713AFA0715C}" dt="2026-08-18T19:11:55.724" v="200" actId="14100"/>
        <pc:sldMkLst>
          <pc:docMk/>
          <pc:sldMk cId="150209425" sldId="276"/>
        </pc:sldMkLst>
        <pc:spChg chg="mod">
          <ac:chgData name="Elizabeth Jennings" userId="dd1cb20f-957b-4888-843e-41523e702509" providerId="ADAL" clId="{551F187B-122B-45DA-A291-1713AFA0715C}" dt="2026-08-18T19:11:55.724" v="200" actId="14100"/>
          <ac:spMkLst>
            <pc:docMk/>
            <pc:sldMk cId="150209425" sldId="276"/>
            <ac:spMk id="2" creationId="{41DDB8D3-B2ED-11BB-A2E2-6AE1FA823CB5}"/>
          </ac:spMkLst>
        </pc:spChg>
        <pc:spChg chg="mod">
          <ac:chgData name="Elizabeth Jennings" userId="dd1cb20f-957b-4888-843e-41523e702509" providerId="ADAL" clId="{551F187B-122B-45DA-A291-1713AFA0715C}" dt="2026-08-18T19:11:51.736" v="199" actId="14100"/>
          <ac:spMkLst>
            <pc:docMk/>
            <pc:sldMk cId="150209425" sldId="276"/>
            <ac:spMk id="4" creationId="{D0D48111-3254-0851-F9BD-DBCA5F23E07E}"/>
          </ac:spMkLst>
        </pc:spChg>
      </pc:sldChg>
      <pc:sldChg chg="modSp mod ord">
        <pc:chgData name="Elizabeth Jennings" userId="dd1cb20f-957b-4888-843e-41523e702509" providerId="ADAL" clId="{551F187B-122B-45DA-A291-1713AFA0715C}" dt="2026-08-18T19:29:21.270" v="219" actId="962"/>
        <pc:sldMkLst>
          <pc:docMk/>
          <pc:sldMk cId="429807954" sldId="277"/>
        </pc:sldMkLst>
        <pc:spChg chg="mod">
          <ac:chgData name="Elizabeth Jennings" userId="dd1cb20f-957b-4888-843e-41523e702509" providerId="ADAL" clId="{551F187B-122B-45DA-A291-1713AFA0715C}" dt="2026-08-18T19:12:11.204" v="201" actId="14100"/>
          <ac:spMkLst>
            <pc:docMk/>
            <pc:sldMk cId="429807954" sldId="277"/>
            <ac:spMk id="2" creationId="{2A340E83-FA44-B299-504D-AE27BC6299C4}"/>
          </ac:spMkLst>
        </pc:spChg>
        <pc:picChg chg="mod">
          <ac:chgData name="Elizabeth Jennings" userId="dd1cb20f-957b-4888-843e-41523e702509" providerId="ADAL" clId="{551F187B-122B-45DA-A291-1713AFA0715C}" dt="2026-08-18T19:29:21.270" v="219" actId="962"/>
          <ac:picMkLst>
            <pc:docMk/>
            <pc:sldMk cId="429807954" sldId="277"/>
            <ac:picMk id="8" creationId="{5308FCE7-BB68-7629-BC29-C52C89A73856}"/>
          </ac:picMkLst>
        </pc:picChg>
      </pc:sldChg>
      <pc:sldChg chg="modSp mod ord">
        <pc:chgData name="Elizabeth Jennings" userId="dd1cb20f-957b-4888-843e-41523e702509" providerId="ADAL" clId="{551F187B-122B-45DA-A291-1713AFA0715C}" dt="2026-08-18T19:16:56.082" v="208"/>
        <pc:sldMkLst>
          <pc:docMk/>
          <pc:sldMk cId="418815629" sldId="279"/>
        </pc:sldMkLst>
        <pc:spChg chg="mod">
          <ac:chgData name="Elizabeth Jennings" userId="dd1cb20f-957b-4888-843e-41523e702509" providerId="ADAL" clId="{551F187B-122B-45DA-A291-1713AFA0715C}" dt="2026-08-18T19:12:27.612" v="204" actId="14100"/>
          <ac:spMkLst>
            <pc:docMk/>
            <pc:sldMk cId="418815629" sldId="279"/>
            <ac:spMk id="2" creationId="{19970592-2D54-2518-4A07-200EF0EE8FD4}"/>
          </ac:spMkLst>
        </pc:spChg>
        <pc:spChg chg="mod">
          <ac:chgData name="Elizabeth Jennings" userId="dd1cb20f-957b-4888-843e-41523e702509" providerId="ADAL" clId="{551F187B-122B-45DA-A291-1713AFA0715C}" dt="2026-08-18T19:12:23.278" v="203" actId="14100"/>
          <ac:spMkLst>
            <pc:docMk/>
            <pc:sldMk cId="418815629" sldId="279"/>
            <ac:spMk id="3" creationId="{53026DC9-3757-7EBE-D42C-84B90A0CA3C4}"/>
          </ac:spMkLst>
        </pc:spChg>
        <pc:spChg chg="mod">
          <ac:chgData name="Elizabeth Jennings" userId="dd1cb20f-957b-4888-843e-41523e702509" providerId="ADAL" clId="{551F187B-122B-45DA-A291-1713AFA0715C}" dt="2026-08-18T19:12:17.751" v="202" actId="14100"/>
          <ac:spMkLst>
            <pc:docMk/>
            <pc:sldMk cId="418815629" sldId="279"/>
            <ac:spMk id="4" creationId="{D24C750E-280F-1FF8-29C1-D22F7651B1A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3CC2FB-3087-A54A-BFC1-F800E013B0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60BF2A-013B-094E-BF8F-F853A225CE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FBE68-1A7B-3B4B-90E5-67775575D8E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0DB1E-92D0-194E-A1AA-956715BA42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BCFB1-B0EE-9543-AC76-6DEE046ED7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E8898-1055-6C45-9841-9099B80C2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37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38D72-DE61-5B48-A532-7CF32411448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2E699-7E58-8F41-A845-1874F678D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7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2E699-7E58-8F41-A845-1874F678D7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2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7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5">
            <a:extLst>
              <a:ext uri="{FF2B5EF4-FFF2-40B4-BE49-F238E27FC236}">
                <a16:creationId xmlns:a16="http://schemas.microsoft.com/office/drawing/2014/main" id="{A9081651-81CC-45F7-D660-6B69CB4C26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581901"/>
            <a:ext cx="12191999" cy="25258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lang="en-US" sz="1400" b="1" i="0" kern="1200" dirty="0">
                <a:solidFill>
                  <a:srgbClr val="394F52"/>
                </a:solidFill>
                <a:effectLst/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 algn="ctr">
              <a:buFontTx/>
              <a:buNone/>
              <a:defRPr sz="24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ctr">
              <a:buFontTx/>
              <a:buNone/>
              <a:defRPr sz="1400"/>
            </a:lvl3pPr>
            <a:lvl4pPr marL="1371600" indent="0" algn="ctr">
              <a:buFontTx/>
              <a:buNone/>
              <a:defRPr sz="1400"/>
            </a:lvl4pPr>
            <a:lvl5pPr marL="1828800" indent="0" algn="ctr">
              <a:buFontTx/>
              <a:buNone/>
              <a:defRPr sz="1400"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Name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532A002A-D092-118C-41B1-EBA35375A7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5" y="5274010"/>
            <a:ext cx="12191999" cy="27982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400" b="1" i="0">
                <a:solidFill>
                  <a:srgbClr val="394F52"/>
                </a:solidFill>
                <a:effectLst/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 algn="ctr">
              <a:buFontTx/>
              <a:buNone/>
              <a:defRPr sz="24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ctr">
              <a:buFontTx/>
              <a:buNone/>
              <a:defRPr sz="1400"/>
            </a:lvl3pPr>
            <a:lvl4pPr marL="1371600" indent="0" algn="ctr">
              <a:buFontTx/>
              <a:buNone/>
              <a:defRPr sz="1400"/>
            </a:lvl4pPr>
            <a:lvl5pPr marL="1828800" indent="0" algn="ctr">
              <a:buFontTx/>
              <a:buNone/>
              <a:defRPr sz="1400"/>
            </a:lvl5pPr>
          </a:lstStyle>
          <a:p>
            <a:pPr lvl="0"/>
            <a:r>
              <a:rPr lang="en-US"/>
              <a:t>Presented by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F96E3FE9-6BE7-0855-DA00-84686C3A12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849696"/>
            <a:ext cx="12191999" cy="25258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400" b="0" i="0">
                <a:solidFill>
                  <a:srgbClr val="394F52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 algn="ctr">
              <a:buFontTx/>
              <a:buNone/>
              <a:defRPr sz="24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ctr">
              <a:buFontTx/>
              <a:buNone/>
              <a:defRPr sz="1400"/>
            </a:lvl3pPr>
            <a:lvl4pPr marL="1371600" indent="0" algn="ctr">
              <a:buFontTx/>
              <a:buNone/>
              <a:defRPr sz="1400"/>
            </a:lvl4pPr>
            <a:lvl5pPr marL="1828800" indent="0" algn="ctr">
              <a:buFontTx/>
              <a:buNone/>
              <a:defRPr sz="1400"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58D935-2CCE-1E89-6E34-E88F33B4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6385287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0" spc="0" baseline="0">
                <a:solidFill>
                  <a:srgbClr val="394F52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t>NationalDisabilityInstitute.org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86BDC63-A7A0-5771-76A0-7B6982F55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" y="4627867"/>
            <a:ext cx="12192002" cy="611919"/>
          </a:xfrm>
          <a:prstGeom prst="rect">
            <a:avLst/>
          </a:prstGeom>
        </p:spPr>
        <p:txBody>
          <a:bodyPr/>
          <a:lstStyle>
            <a:lvl1pPr algn="ctr">
              <a:defRPr lang="en-US" sz="2400" b="1" i="0" kern="1200" dirty="0">
                <a:solidFill>
                  <a:srgbClr val="213B3E"/>
                </a:solidFill>
                <a:effectLst/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 dirty="0"/>
              <a:t>Presentation title 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CBC06D-D6F5-0755-A017-06DE9C104B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81" y="431800"/>
            <a:ext cx="12255823" cy="603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4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13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BCFF7F-A5EF-32C4-6370-46EC04AAD553}"/>
              </a:ext>
            </a:extLst>
          </p:cNvPr>
          <p:cNvSpPr/>
          <p:nvPr userDrawn="1"/>
        </p:nvSpPr>
        <p:spPr>
          <a:xfrm>
            <a:off x="7593759" y="6054"/>
            <a:ext cx="4598242" cy="6858001"/>
          </a:xfrm>
          <a:prstGeom prst="rect">
            <a:avLst/>
          </a:prstGeom>
          <a:solidFill>
            <a:srgbClr val="0A6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D06676E-EEA5-B6BD-3B3B-C8B999123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9746" y="367182"/>
            <a:ext cx="4191250" cy="211206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 b="1">
                <a:solidFill>
                  <a:schemeClr val="bg1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Break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3924076-31EC-2B42-F1C4-A7840D7BB5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945" r="2281" b="68287"/>
          <a:stretch>
            <a:fillRect/>
          </a:stretch>
        </p:blipFill>
        <p:spPr>
          <a:xfrm flipH="1">
            <a:off x="7603783" y="4947011"/>
            <a:ext cx="4588218" cy="1910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7745C3-00CE-0E45-7363-E452ADEA54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3841" y="6016952"/>
            <a:ext cx="1489551" cy="851172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98D7F8-ACEF-3EE8-4C36-163973705F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79745" y="2543175"/>
            <a:ext cx="4191605" cy="1668405"/>
          </a:xfrm>
          <a:prstGeom prst="rect">
            <a:avLst/>
          </a:prstGeom>
        </p:spPr>
        <p:txBody>
          <a:bodyPr/>
          <a:lstStyle>
            <a:lvl1pPr>
              <a:buNone/>
              <a:defRPr sz="2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43206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BCFF7F-A5EF-32C4-6370-46EC04AAD553}"/>
              </a:ext>
            </a:extLst>
          </p:cNvPr>
          <p:cNvSpPr/>
          <p:nvPr userDrawn="1"/>
        </p:nvSpPr>
        <p:spPr>
          <a:xfrm>
            <a:off x="0" y="-1"/>
            <a:ext cx="4612341" cy="6858001"/>
          </a:xfrm>
          <a:prstGeom prst="rect">
            <a:avLst/>
          </a:prstGeom>
          <a:solidFill>
            <a:srgbClr val="0A6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2E800C9-2B33-9516-9111-D54ED61EE2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499" y="291766"/>
            <a:ext cx="3883843" cy="211206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 b="1">
                <a:solidFill>
                  <a:schemeClr val="bg1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Divider</a:t>
            </a:r>
            <a:br>
              <a:rPr lang="en-US"/>
            </a:br>
            <a:r>
              <a:rPr lang="en-US"/>
              <a:t>Section Break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067DE3C-8533-8FA6-29A8-F0A2105C6E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499" y="2543175"/>
            <a:ext cx="3884612" cy="1586615"/>
          </a:xfrm>
          <a:prstGeom prst="rect">
            <a:avLst/>
          </a:prstGeom>
        </p:spPr>
        <p:txBody>
          <a:bodyPr/>
          <a:lstStyle>
            <a:lvl1pPr>
              <a:buNone/>
              <a:defRPr sz="2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8C08CBB-4B9C-1DB9-445B-546F7C61D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945" r="2281" b="68287"/>
          <a:stretch>
            <a:fillRect/>
          </a:stretch>
        </p:blipFill>
        <p:spPr>
          <a:xfrm>
            <a:off x="-1" y="4947011"/>
            <a:ext cx="4588727" cy="1910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9AAE29-C9D6-75EF-5DC1-59E8792FA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59184" y="6006829"/>
            <a:ext cx="1489549" cy="8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1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BCFF7F-A5EF-32C4-6370-46EC04AA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81647" y="10124"/>
            <a:ext cx="4610353" cy="6858000"/>
          </a:xfrm>
          <a:prstGeom prst="rect">
            <a:avLst/>
          </a:prstGeom>
          <a:solidFill>
            <a:srgbClr val="0B2E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D06676E-EEA5-B6BD-3B3B-C8B999123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9746" y="367182"/>
            <a:ext cx="4191250" cy="211206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 b="1">
                <a:solidFill>
                  <a:schemeClr val="bg1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Section Break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FBD5E13-EA91-06D4-4025-B73D4C682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79744" y="2543175"/>
            <a:ext cx="4191606" cy="1845643"/>
          </a:xfrm>
          <a:prstGeom prst="rect">
            <a:avLst/>
          </a:prstGeom>
        </p:spPr>
        <p:txBody>
          <a:bodyPr/>
          <a:lstStyle>
            <a:lvl1pPr>
              <a:buNone/>
              <a:defRPr sz="2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92B031-C399-C232-2312-2A39370909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945" r="2281" b="68287"/>
          <a:stretch>
            <a:fillRect/>
          </a:stretch>
        </p:blipFill>
        <p:spPr>
          <a:xfrm flipH="1">
            <a:off x="7603783" y="4947011"/>
            <a:ext cx="4588218" cy="19109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01276A-E98D-5D64-1105-E180AA8C7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3841" y="6016952"/>
            <a:ext cx="1489551" cy="85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D7929-1437-C604-4F1F-6F33BCB9A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4588727" cy="6858000"/>
          </a:xfrm>
          <a:prstGeom prst="rect">
            <a:avLst/>
          </a:prstGeom>
          <a:solidFill>
            <a:srgbClr val="0B2E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D06676E-EEA5-B6BD-3B3B-C8B999123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499" y="291766"/>
            <a:ext cx="3883843" cy="211206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 b="1">
                <a:solidFill>
                  <a:schemeClr val="bg1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Divider</a:t>
            </a:r>
            <a:br>
              <a:rPr lang="en-US"/>
            </a:br>
            <a:r>
              <a:rPr lang="en-US"/>
              <a:t>Section Break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EB49C8D-71E3-C703-872F-523B3EE601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945" r="2281" b="68287"/>
          <a:stretch>
            <a:fillRect/>
          </a:stretch>
        </p:blipFill>
        <p:spPr>
          <a:xfrm>
            <a:off x="-1" y="4947011"/>
            <a:ext cx="4588727" cy="1910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AE4F70-9A1A-D61C-5C21-EB6D5DE2E0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59184" y="6006829"/>
            <a:ext cx="1489549" cy="851171"/>
          </a:xfrm>
          <a:prstGeom prst="rect">
            <a:avLst/>
          </a:prstGeom>
        </p:spPr>
      </p:pic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8D34190A-3F0C-F4D6-23DD-81FAE37AC0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499" y="2543175"/>
            <a:ext cx="3884612" cy="1841448"/>
          </a:xfrm>
          <a:prstGeom prst="rect">
            <a:avLst/>
          </a:prstGeom>
        </p:spPr>
        <p:txBody>
          <a:bodyPr/>
          <a:lstStyle>
            <a:lvl1pPr>
              <a:buNone/>
              <a:defRPr sz="2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87995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BCFF7F-A5EF-32C4-6370-46EC04AA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1"/>
            <a:ext cx="4585064" cy="6858000"/>
          </a:xfrm>
          <a:prstGeom prst="rect">
            <a:avLst/>
          </a:prstGeom>
          <a:solidFill>
            <a:srgbClr val="7381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D06676E-EEA5-B6BD-3B3B-C8B999123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127" y="367182"/>
            <a:ext cx="3883843" cy="211206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 b="1">
                <a:solidFill>
                  <a:schemeClr val="bg1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Divider</a:t>
            </a:r>
            <a:br>
              <a:rPr lang="en-US"/>
            </a:br>
            <a:r>
              <a:rPr lang="en-US"/>
              <a:t>Section Break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BF8ADEF-3F92-57B2-A1B8-2C6940ECD7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664" y="2543175"/>
            <a:ext cx="3884612" cy="1601660"/>
          </a:xfrm>
          <a:prstGeom prst="rect">
            <a:avLst/>
          </a:prstGeom>
        </p:spPr>
        <p:txBody>
          <a:bodyPr/>
          <a:lstStyle>
            <a:lvl1pPr>
              <a:buNone/>
              <a:defRPr sz="2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BE4B551-B65C-59BF-CEF5-1D2FF2C062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945" r="2281" b="68287"/>
          <a:stretch>
            <a:fillRect/>
          </a:stretch>
        </p:blipFill>
        <p:spPr>
          <a:xfrm>
            <a:off x="-1" y="4947011"/>
            <a:ext cx="4588727" cy="1910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87DD09-123F-EF1D-C895-A9CDCA356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146299" y="6006829"/>
            <a:ext cx="1489551" cy="8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9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2E6E80-F83A-CF3D-C453-E7AFC5C1A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623" r="22494"/>
          <a:stretch>
            <a:fillRect/>
          </a:stretch>
        </p:blipFill>
        <p:spPr>
          <a:xfrm>
            <a:off x="0" y="750732"/>
            <a:ext cx="12192000" cy="6376398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D06676E-EEA5-B6BD-3B3B-C8B999123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08" y="678565"/>
            <a:ext cx="7880809" cy="7104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 b="1">
                <a:solidFill>
                  <a:srgbClr val="394F5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Divider/Section Break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EDABC-6577-0698-7D85-0D6BE6A25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6385287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94F52"/>
                </a:solidFill>
                <a:effectLst/>
                <a:uLnTx/>
                <a:uFillTx/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t>NationalDisabilityInstitute.org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90BBA-C0CC-E564-4F1F-839F362B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669378" y="6385286"/>
            <a:ext cx="1305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>
                <a:solidFill>
                  <a:srgbClr val="213B3E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t>SLIDE </a:t>
            </a:r>
            <a:fld id="{3D43B4D1-E27C-6F47-B2A3-FB856757AE5E}" type="slidenum">
              <a:rPr lang="en-US" sz="1400" b="1" i="0" smtClean="0">
                <a:solidFill>
                  <a:srgbClr val="213B3E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pPr algn="r"/>
              <a:t>‹#›</a:t>
            </a:fld>
            <a:endParaRPr lang="en-US" sz="1400" b="1" i="0">
              <a:solidFill>
                <a:srgbClr val="213B3E"/>
              </a:solidFill>
              <a:latin typeface="Poppins" pitchFamily="2" charset="77"/>
              <a:ea typeface="Open Sans" panose="020B0606030504020204" pitchFamily="34" charset="0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3EF44-CA12-D63C-C18E-B360D6750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46299" y="6006829"/>
            <a:ext cx="1489551" cy="8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8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D06676E-EEA5-B6BD-3B3B-C8B999123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08" y="1824613"/>
            <a:ext cx="7880809" cy="7104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 b="1">
                <a:solidFill>
                  <a:srgbClr val="394F5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Divider/Section Break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EDABC-6577-0698-7D85-0D6BE6A25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6385287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94F52"/>
                </a:solidFill>
                <a:effectLst/>
                <a:uLnTx/>
                <a:uFillTx/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t>NationalDisabilityInstitute.org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90BBA-C0CC-E564-4F1F-839F362B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669378" y="6385286"/>
            <a:ext cx="1305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>
                <a:solidFill>
                  <a:srgbClr val="213B3E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t>SLIDE </a:t>
            </a:r>
            <a:fld id="{3D43B4D1-E27C-6F47-B2A3-FB856757AE5E}" type="slidenum">
              <a:rPr lang="en-US" sz="1400" b="1" i="0" smtClean="0">
                <a:solidFill>
                  <a:srgbClr val="213B3E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pPr algn="r"/>
              <a:t>‹#›</a:t>
            </a:fld>
            <a:endParaRPr lang="en-US" sz="1400" b="1" i="0">
              <a:solidFill>
                <a:srgbClr val="213B3E"/>
              </a:solidFill>
              <a:latin typeface="Poppins" pitchFamily="2" charset="77"/>
              <a:ea typeface="Open Sans" panose="020B0606030504020204" pitchFamily="34" charset="0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3EF44-CA12-D63C-C18E-B360D6750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46299" y="6006829"/>
            <a:ext cx="1489551" cy="8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6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F6B03-EBA3-4E80-A933-C493C6260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905" y="326863"/>
            <a:ext cx="10879154" cy="636967"/>
          </a:xfrm>
          <a:prstGeom prst="rect">
            <a:avLst/>
          </a:prstGeom>
        </p:spPr>
        <p:txBody>
          <a:bodyPr/>
          <a:lstStyle>
            <a:lvl1pPr marL="7938" indent="0" algn="l">
              <a:tabLst/>
              <a:defRPr lang="en-US" sz="3000" b="1" i="0" kern="1200" spc="0" baseline="0" dirty="0">
                <a:solidFill>
                  <a:srgbClr val="394F5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167D09D-2543-724B-8464-046D7F8AE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7846" y="1067873"/>
            <a:ext cx="10885947" cy="380326"/>
          </a:xfrm>
          <a:prstGeom prst="rect">
            <a:avLst/>
          </a:prstGeom>
        </p:spPr>
        <p:txBody>
          <a:bodyPr lIns="0" tIns="0" rIns="0" bIns="0"/>
          <a:lstStyle>
            <a:lvl1pPr marL="7938" indent="-7938">
              <a:buFontTx/>
              <a:buNone/>
              <a:tabLst/>
              <a:defRPr sz="24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sz="24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400"/>
            </a:lvl4pPr>
            <a:lvl5pPr marL="1828800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D29F230-B5F9-0F45-95F4-0F8F1F329F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709" y="1543775"/>
            <a:ext cx="10903084" cy="4120424"/>
          </a:xfrm>
          <a:prstGeom prst="rect">
            <a:avLst/>
          </a:prstGeom>
        </p:spPr>
        <p:txBody>
          <a:bodyPr lIns="0" tIns="0" rIns="0" bIns="0" numCol="1" spcCol="182880"/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18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– one column</a:t>
            </a:r>
          </a:p>
        </p:txBody>
      </p:sp>
    </p:spTree>
    <p:extLst>
      <p:ext uri="{BB962C8B-B14F-4D97-AF65-F5344CB8AC3E}">
        <p14:creationId xmlns:p14="http://schemas.microsoft.com/office/powerpoint/2010/main" val="255156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F6B03-EBA3-4E80-A933-C493C6260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905" y="326863"/>
            <a:ext cx="10879154" cy="636967"/>
          </a:xfrm>
          <a:prstGeom prst="rect">
            <a:avLst/>
          </a:prstGeom>
        </p:spPr>
        <p:txBody>
          <a:bodyPr/>
          <a:lstStyle>
            <a:lvl1pPr marL="7938" indent="0" algn="l">
              <a:tabLst/>
              <a:defRPr lang="en-US" sz="3000" b="1" i="0" kern="1200" spc="0" baseline="0" dirty="0">
                <a:solidFill>
                  <a:srgbClr val="394F5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167D09D-2543-724B-8464-046D7F8AE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7846" y="1067873"/>
            <a:ext cx="10885947" cy="380326"/>
          </a:xfrm>
          <a:prstGeom prst="rect">
            <a:avLst/>
          </a:prstGeom>
        </p:spPr>
        <p:txBody>
          <a:bodyPr lIns="0" tIns="0" rIns="0" bIns="0"/>
          <a:lstStyle>
            <a:lvl1pPr marL="7938" indent="-7938">
              <a:buFontTx/>
              <a:buNone/>
              <a:tabLst/>
              <a:defRPr sz="24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sz="24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400"/>
            </a:lvl4pPr>
            <a:lvl5pPr marL="1828800" indent="0">
              <a:buFontTx/>
              <a:buNone/>
              <a:defRPr sz="2400"/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3E06A844-47D4-BF22-BAF9-53B197691F60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17501" y="1609725"/>
            <a:ext cx="10618724" cy="42306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878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F6B03-EBA3-4E80-A933-C493C6260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905" y="326863"/>
            <a:ext cx="10879154" cy="636967"/>
          </a:xfrm>
          <a:prstGeom prst="rect">
            <a:avLst/>
          </a:prstGeom>
        </p:spPr>
        <p:txBody>
          <a:bodyPr/>
          <a:lstStyle>
            <a:lvl1pPr marL="7938" indent="0" algn="l">
              <a:tabLst/>
              <a:defRPr lang="en-US" sz="3000" b="1" i="0" kern="1200" spc="0" baseline="0" dirty="0">
                <a:solidFill>
                  <a:srgbClr val="394F5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167D09D-2543-724B-8464-046D7F8AE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7846" y="1067873"/>
            <a:ext cx="5219100" cy="380326"/>
          </a:xfrm>
          <a:prstGeom prst="rect">
            <a:avLst/>
          </a:prstGeom>
        </p:spPr>
        <p:txBody>
          <a:bodyPr lIns="0" tIns="0" rIns="0" bIns="0"/>
          <a:lstStyle>
            <a:lvl1pPr marL="7938" indent="-7938">
              <a:buFontTx/>
              <a:buNone/>
              <a:tabLst/>
              <a:defRPr sz="24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sz="24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400"/>
            </a:lvl4pPr>
            <a:lvl5pPr marL="1828800" indent="0">
              <a:buFontTx/>
              <a:buNone/>
              <a:defRPr sz="2400"/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D29F230-B5F9-0F45-95F4-0F8F1F329F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708" y="1543775"/>
            <a:ext cx="5238445" cy="4120424"/>
          </a:xfrm>
          <a:prstGeom prst="rect">
            <a:avLst/>
          </a:prstGeom>
        </p:spPr>
        <p:txBody>
          <a:bodyPr lIns="0" tIns="0" rIns="0" bIns="0" numCol="1" spcCol="182880"/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18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– one column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65B556B2-4481-2B40-E08D-0667960E2E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51492" y="1067873"/>
            <a:ext cx="5219100" cy="380326"/>
          </a:xfrm>
          <a:prstGeom prst="rect">
            <a:avLst/>
          </a:prstGeom>
        </p:spPr>
        <p:txBody>
          <a:bodyPr lIns="0" tIns="0" rIns="0" bIns="0"/>
          <a:lstStyle>
            <a:lvl1pPr marL="7938" indent="-7938">
              <a:buFontTx/>
              <a:buNone/>
              <a:tabLst/>
              <a:defRPr sz="24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sz="24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400"/>
            </a:lvl4pPr>
            <a:lvl5pPr marL="1828800" indent="0">
              <a:buFontTx/>
              <a:buNone/>
              <a:defRPr sz="2400"/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CEA05051-0A0A-CF1D-E88B-B9596895EF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34354" y="1543775"/>
            <a:ext cx="5238445" cy="4120424"/>
          </a:xfrm>
          <a:prstGeom prst="rect">
            <a:avLst/>
          </a:prstGeom>
        </p:spPr>
        <p:txBody>
          <a:bodyPr lIns="0" tIns="0" rIns="0" bIns="0" numCol="1" spcCol="182880"/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18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– one column</a:t>
            </a:r>
          </a:p>
        </p:txBody>
      </p:sp>
    </p:spTree>
    <p:extLst>
      <p:ext uri="{BB962C8B-B14F-4D97-AF65-F5344CB8AC3E}">
        <p14:creationId xmlns:p14="http://schemas.microsoft.com/office/powerpoint/2010/main" val="3748145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167D09D-2543-724B-8464-046D7F8AE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2846" y="1054852"/>
            <a:ext cx="11091754" cy="3803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sz="24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400"/>
            </a:lvl4pPr>
            <a:lvl5pPr marL="1828800" indent="0">
              <a:buFontTx/>
              <a:buNone/>
              <a:defRPr sz="2400"/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D29F230-B5F9-0F45-95F4-0F8F1F329F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2228" y="1526201"/>
            <a:ext cx="11092372" cy="3579200"/>
          </a:xfrm>
          <a:prstGeom prst="rect">
            <a:avLst/>
          </a:prstGeom>
        </p:spPr>
        <p:txBody>
          <a:bodyPr lIns="0" tIns="0" rIns="0" bIns="0" numCol="2" spcCol="182880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– two column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</a:t>
            </a:r>
          </a:p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3B8FDD-FBE1-567D-7CA9-4C68C9950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643" y="326863"/>
            <a:ext cx="11084622" cy="636967"/>
          </a:xfrm>
          <a:prstGeom prst="rect">
            <a:avLst/>
          </a:prstGeom>
        </p:spPr>
        <p:txBody>
          <a:bodyPr/>
          <a:lstStyle>
            <a:lvl1pPr>
              <a:defRPr lang="en-US" sz="3000" b="1" i="0" kern="1200" spc="0" baseline="0" dirty="0">
                <a:solidFill>
                  <a:srgbClr val="394F5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4126919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564518B-BB03-A443-B8AA-CDF6BD72E8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4814888" cy="685799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B20A8-8709-214F-DE0E-F1352DCAD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1097" y="302861"/>
            <a:ext cx="6498078" cy="637212"/>
          </a:xfrm>
          <a:prstGeom prst="rect">
            <a:avLst/>
          </a:prstGeom>
        </p:spPr>
        <p:txBody>
          <a:bodyPr/>
          <a:lstStyle>
            <a:lvl1pPr>
              <a:defRPr lang="en-US" sz="3000" b="1" i="0" kern="1200" spc="0" dirty="0">
                <a:solidFill>
                  <a:srgbClr val="0B2E33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A235C5B-18DF-0F4A-9BC7-F4AEEC8BCD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83245" y="1042587"/>
            <a:ext cx="6415581" cy="3803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sz="24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400"/>
            </a:lvl4pPr>
            <a:lvl5pPr marL="1828800" indent="0">
              <a:buFontTx/>
              <a:buNone/>
              <a:defRPr sz="2400"/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4537F9CC-A185-6740-9E6E-26E86D098A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84099" y="1525427"/>
            <a:ext cx="6425076" cy="4099823"/>
          </a:xfrm>
          <a:prstGeom prst="rect">
            <a:avLst/>
          </a:prstGeom>
        </p:spPr>
        <p:txBody>
          <a:bodyPr lIns="0" tIns="0" rIns="0" bIns="0" numCol="1" spcCol="182880"/>
          <a:lstStyle>
            <a:lvl1pPr marL="0" indent="0">
              <a:buFontTx/>
              <a:buNone/>
              <a:defRPr sz="18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306105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BF5A744-68AE-F34D-96EC-85D9D7E9ACE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246813" cy="5769204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17A00-07BE-79F7-DB08-7A3318AEE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6909" y="419607"/>
            <a:ext cx="5059784" cy="669189"/>
          </a:xfrm>
          <a:prstGeom prst="rect">
            <a:avLst/>
          </a:prstGeom>
        </p:spPr>
        <p:txBody>
          <a:bodyPr/>
          <a:lstStyle>
            <a:lvl1pPr>
              <a:defRPr lang="en-US" sz="3000" b="1" i="0" kern="1200" spc="0" dirty="0">
                <a:solidFill>
                  <a:srgbClr val="0B2E33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0D05D86-2F3D-DD42-9D12-21072CDDDA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7329" y="1216291"/>
            <a:ext cx="4953180" cy="3803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sz="24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400"/>
            </a:lvl4pPr>
            <a:lvl5pPr marL="1828800" indent="0">
              <a:buFontTx/>
              <a:buNone/>
              <a:defRPr sz="2400"/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69F121D3-3DDD-9146-9794-25170C7576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40090" y="1719676"/>
            <a:ext cx="4976602" cy="4049528"/>
          </a:xfrm>
          <a:prstGeom prst="rect">
            <a:avLst/>
          </a:prstGeom>
        </p:spPr>
        <p:txBody>
          <a:bodyPr lIns="0" tIns="0" rIns="0" bIns="0" numCol="1" spcCol="182880"/>
          <a:lstStyle>
            <a:lvl1pPr marL="0" indent="0">
              <a:buFontTx/>
              <a:buNone/>
              <a:defRPr sz="1800" b="0" i="0">
                <a:latin typeface="Poppins" pitchFamily="2" charset="77"/>
                <a:ea typeface="Open Sans" panose="020B0606030504020204" pitchFamily="34" charset="0"/>
                <a:cs typeface="Poppins" pitchFamily="2" charset="77"/>
              </a:defRPr>
            </a:lvl1pPr>
            <a:lvl2pPr marL="4572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FontTx/>
              <a:buNone/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77561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83F82A4-EEB5-E8BA-82A3-CCA0A63D02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737" y="746156"/>
            <a:ext cx="12306418" cy="5374089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AEC281-C749-D7B4-3494-DBC3C752A507}"/>
              </a:ext>
            </a:extLst>
          </p:cNvPr>
          <p:cNvSpPr/>
          <p:nvPr userDrawn="1"/>
        </p:nvSpPr>
        <p:spPr>
          <a:xfrm>
            <a:off x="4215740" y="4564115"/>
            <a:ext cx="3776751" cy="2797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0C9917F-D563-5A5E-7B6F-166B41351F0C}"/>
              </a:ext>
            </a:extLst>
          </p:cNvPr>
          <p:cNvSpPr/>
          <p:nvPr userDrawn="1"/>
        </p:nvSpPr>
        <p:spPr>
          <a:xfrm>
            <a:off x="2632736" y="2583883"/>
            <a:ext cx="6830384" cy="6566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61361-FD3A-E777-59A2-8CCB4AEDD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576" y="4564115"/>
            <a:ext cx="12192000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1400" b="1" i="0">
                <a:solidFill>
                  <a:srgbClr val="213B3E"/>
                </a:solidFill>
                <a:effectLst/>
                <a:latin typeface="Poppins" pitchFamily="2" charset="77"/>
                <a:cs typeface="Poppins" pitchFamily="2" charset="77"/>
              </a:rPr>
              <a:t>FOR NDI NEWS AND UPDATES, FOLLOW US</a:t>
            </a:r>
            <a:endParaRPr lang="en-US" sz="1400" b="1">
              <a:solidFill>
                <a:srgbClr val="213B3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C52687E-0E41-54BD-E51F-440290B8362D}"/>
              </a:ext>
            </a:extLst>
          </p:cNvPr>
          <p:cNvSpPr/>
          <p:nvPr userDrawn="1"/>
        </p:nvSpPr>
        <p:spPr>
          <a:xfrm>
            <a:off x="2246415" y="2013261"/>
            <a:ext cx="7616041" cy="7065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DDA62CF-7044-BB6E-2953-D90483D97DD5}"/>
              </a:ext>
            </a:extLst>
          </p:cNvPr>
          <p:cNvSpPr/>
          <p:nvPr userDrawn="1"/>
        </p:nvSpPr>
        <p:spPr>
          <a:xfrm>
            <a:off x="4215740" y="3094522"/>
            <a:ext cx="3657600" cy="6566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67D970-06BA-AB74-6E0D-CD4D47D78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210290" y="2123468"/>
            <a:ext cx="7735294" cy="22775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00" b="1" dirty="0">
                <a:solidFill>
                  <a:srgbClr val="394F5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rPr>
              <a:t>Building a Better Financial Future for People with Disabilities and Their Families.</a:t>
            </a:r>
          </a:p>
          <a:p>
            <a:endParaRPr lang="en-US" sz="4000" b="1" dirty="0">
              <a:solidFill>
                <a:srgbClr val="12869B"/>
              </a:solidFill>
              <a:latin typeface="Merriweather 18pt" pitchFamily="2" charset="77"/>
              <a:ea typeface="Merriweather 18pt" pitchFamily="2" charset="77"/>
              <a:cs typeface="Merriweather 18pt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3525D9-42B3-15C9-BF53-11D05EE3B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6385287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94F52"/>
                </a:solidFill>
                <a:effectLst/>
                <a:uLnTx/>
                <a:uFillTx/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t>NationalDisabilityInstitute.org</a:t>
            </a:r>
          </a:p>
        </p:txBody>
      </p:sp>
    </p:spTree>
    <p:extLst>
      <p:ext uri="{BB962C8B-B14F-4D97-AF65-F5344CB8AC3E}">
        <p14:creationId xmlns:p14="http://schemas.microsoft.com/office/powerpoint/2010/main" val="52527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BF596E-96D0-FD52-3D9D-241604E8F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alphaModFix amt="74000"/>
          </a:blip>
          <a:srcRect r="1186" b="50000"/>
          <a:stretch>
            <a:fillRect/>
          </a:stretch>
        </p:blipFill>
        <p:spPr>
          <a:xfrm>
            <a:off x="-1" y="4441934"/>
            <a:ext cx="12192001" cy="2416066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204B748-B945-BD0E-DD3B-0969F171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1309" y="6332415"/>
            <a:ext cx="3011549" cy="3829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FAAF8D-E239-47F4-DADD-9C5FAF36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6385287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0" spc="0" baseline="0" dirty="0" err="1">
                <a:solidFill>
                  <a:srgbClr val="394F52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t>NationalDisabilityInstitute.org</a:t>
            </a:r>
            <a:endParaRPr lang="en-US" sz="1400" b="1" i="0" spc="0" baseline="0" dirty="0">
              <a:solidFill>
                <a:srgbClr val="394F52"/>
              </a:solidFill>
              <a:latin typeface="Poppins" pitchFamily="2" charset="77"/>
              <a:ea typeface="Open Sans" panose="020B0606030504020204" pitchFamily="34" charset="0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067573-E171-1550-76EE-794BC3296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87592" y="6385286"/>
            <a:ext cx="754840" cy="307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387FE4-5276-0147-BAC7-65104B645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669378" y="6385286"/>
            <a:ext cx="1305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>
                <a:solidFill>
                  <a:srgbClr val="213B3E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t>Slide </a:t>
            </a:r>
            <a:fld id="{3D43B4D1-E27C-6F47-B2A3-FB856757AE5E}" type="slidenum">
              <a:rPr lang="en-US" sz="1400" b="1" i="0" smtClean="0">
                <a:solidFill>
                  <a:srgbClr val="213B3E"/>
                </a:solidFill>
                <a:latin typeface="Poppins" pitchFamily="2" charset="77"/>
                <a:ea typeface="Open Sans" panose="020B0606030504020204" pitchFamily="34" charset="0"/>
                <a:cs typeface="Poppins" pitchFamily="2" charset="77"/>
              </a:rPr>
              <a:pPr algn="r"/>
              <a:t>‹#›</a:t>
            </a:fld>
            <a:endParaRPr lang="en-US" sz="1400" b="1" i="0">
              <a:solidFill>
                <a:srgbClr val="213B3E"/>
              </a:solidFill>
              <a:latin typeface="Poppins" pitchFamily="2" charset="77"/>
              <a:ea typeface="Open Sans" panose="020B0606030504020204" pitchFamily="34" charset="0"/>
              <a:cs typeface="Poppins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0BC482-A223-A904-08D7-5D151C88D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rcRect/>
          <a:stretch/>
        </p:blipFill>
        <p:spPr>
          <a:xfrm>
            <a:off x="-146299" y="6006829"/>
            <a:ext cx="1489551" cy="8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1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2" r:id="rId2"/>
    <p:sldLayoutId id="2147483683" r:id="rId3"/>
    <p:sldLayoutId id="2147483684" r:id="rId4"/>
    <p:sldLayoutId id="2147483687" r:id="rId5"/>
    <p:sldLayoutId id="2147483686" r:id="rId6"/>
    <p:sldLayoutId id="2147483688" r:id="rId7"/>
    <p:sldLayoutId id="2147483697" r:id="rId8"/>
    <p:sldLayoutId id="2147483689" r:id="rId9"/>
    <p:sldLayoutId id="2147483701" r:id="rId10"/>
    <p:sldLayoutId id="2147483690" r:id="rId11"/>
    <p:sldLayoutId id="2147483699" r:id="rId12"/>
    <p:sldLayoutId id="2147483698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E6E66-74A0-B89E-5314-8C89D19BA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9" y="5675778"/>
            <a:ext cx="12191999" cy="252580"/>
          </a:xfrm>
        </p:spPr>
        <p:txBody>
          <a:bodyPr/>
          <a:lstStyle/>
          <a:p>
            <a:r>
              <a:rPr lang="en-US" b="0" dirty="0"/>
              <a:t>August 19, 2026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AA99A7-FA8C-D860-010C-7690D14BAC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policy framework for wealth, opportunity, and economic security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AA6C9A-8CDE-BDE4-0D9B-5FE2617C30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-8" y="6050306"/>
            <a:ext cx="12191999" cy="252580"/>
          </a:xfrm>
        </p:spPr>
        <p:txBody>
          <a:bodyPr/>
          <a:lstStyle/>
          <a:p>
            <a:r>
              <a:rPr lang="en-US" b="1" dirty="0"/>
              <a:t>Thomas Foley, Executive Director and Elizabeth Jennings, Deputy Director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042BD1-F299-2774-7B9C-77CC5E84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Pillars for Building a Disability Middle Class</a:t>
            </a:r>
          </a:p>
        </p:txBody>
      </p:sp>
    </p:spTree>
    <p:extLst>
      <p:ext uri="{BB962C8B-B14F-4D97-AF65-F5344CB8AC3E}">
        <p14:creationId xmlns:p14="http://schemas.microsoft.com/office/powerpoint/2010/main" val="1321843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CAF0C9-2BEB-D2A8-29A7-193DFDF4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3" y="326863"/>
            <a:ext cx="10532555" cy="636967"/>
          </a:xfrm>
        </p:spPr>
        <p:txBody>
          <a:bodyPr/>
          <a:lstStyle/>
          <a:p>
            <a:r>
              <a:rPr lang="en-US" dirty="0"/>
              <a:t>The Shift: From Poverty Prevention to Prosperity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9D8930-DA38-0DE7-C58A-B42D15D03F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6967" y="1543775"/>
            <a:ext cx="10316825" cy="4246352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historic middle class was built through intentional public policy and investment.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People with disabilities face structural barriers to building assets and advancing economically.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goal is not simply to reduce poverty; it is to create pathways into and through the middle class.</a:t>
            </a:r>
          </a:p>
          <a:p>
            <a:pPr marL="342900" marR="0" lvl="0" indent="-342900">
              <a:lnSpc>
                <a:spcPct val="115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Shift: Income maintenance → Asset accumulation → Wealth building → Financial capability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74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A34D-D866-2BB6-AC44-10B9D23A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17" y="326863"/>
            <a:ext cx="10673441" cy="636967"/>
          </a:xfrm>
        </p:spPr>
        <p:txBody>
          <a:bodyPr/>
          <a:lstStyle/>
          <a:p>
            <a:r>
              <a:rPr lang="en-US" dirty="0"/>
              <a:t>The Five Pillars of a Disability Middle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1DF1F-A577-0413-D37D-6073923CE1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0352" y="1067873"/>
            <a:ext cx="10673441" cy="380326"/>
          </a:xfrm>
        </p:spPr>
        <p:txBody>
          <a:bodyPr/>
          <a:lstStyle/>
          <a:p>
            <a:r>
              <a:rPr lang="en-US" dirty="0"/>
              <a:t>Introduce the framework: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0BD7E-D18C-5EE0-108B-A4E6C2CFE3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1248" y="1827239"/>
            <a:ext cx="10379682" cy="4120424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Asset Building &amp; Wealth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High-Paid Employment &amp; Upward Mobility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Physical &amp; Digital Infrastructure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Health Security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AI Dividend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81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0123-39FD-7D63-67FA-4B41698E2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3" y="326863"/>
            <a:ext cx="10532555" cy="636967"/>
          </a:xfrm>
        </p:spPr>
        <p:txBody>
          <a:bodyPr/>
          <a:lstStyle/>
          <a:p>
            <a:r>
              <a:rPr lang="en-US" dirty="0"/>
              <a:t>Pillar 1 | Structured Asset-Building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F2C23-A406-4FE6-4324-69A0393E3D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7823" y="1287743"/>
            <a:ext cx="10371689" cy="4120424"/>
          </a:xfrm>
        </p:spPr>
        <p:txBody>
          <a:bodyPr/>
          <a:lstStyle/>
          <a:p>
            <a:pPr lvl="0">
              <a:spcAft>
                <a:spcPts val="1200"/>
              </a:spcAft>
            </a:pPr>
            <a:r>
              <a:rPr lang="en-US" sz="2200" b="1" dirty="0"/>
              <a:t>Goal: </a:t>
            </a:r>
            <a:r>
              <a:rPr lang="en-US" sz="2200" dirty="0"/>
              <a:t>Give people with disabilities meaningful opportunities to save, own assets, and build wealth without losing essential supports.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Strengthen ABLE accounts as long-term wealth-building tools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Protect retirement savings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Expand pathways to homeownership and home equity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Remove policies that penalize saving and asset accumulation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57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F8005-AD18-6270-1D92-DF372DBA6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3" y="326863"/>
            <a:ext cx="10532555" cy="636967"/>
          </a:xfrm>
        </p:spPr>
        <p:txBody>
          <a:bodyPr/>
          <a:lstStyle/>
          <a:p>
            <a:r>
              <a:rPr lang="en-US" dirty="0"/>
              <a:t>Pillar 2 | High-Paid Employment &amp; Upward Mobility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0DB92-D174-79CE-8F86-2091CA3F64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2959" y="1232879"/>
            <a:ext cx="10337029" cy="4120424"/>
          </a:xfrm>
        </p:spPr>
        <p:txBody>
          <a:bodyPr/>
          <a:lstStyle/>
          <a:p>
            <a:pPr lvl="0">
              <a:spcAft>
                <a:spcPts val="1200"/>
              </a:spcAft>
            </a:pPr>
            <a:r>
              <a:rPr lang="en-US" sz="2200" b="1" dirty="0"/>
              <a:t>Goal: </a:t>
            </a:r>
            <a:r>
              <a:rPr lang="en-US" sz="2200" dirty="0"/>
              <a:t>Move beyond employment access toward career advancement and middle-class earnings.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Make government a model employer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Create accessible career ladders and professional advancement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Expand paid apprenticeships and training pathways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Incentivize retention, professional development, and workplace accessibility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Expand opportunities for disabled-owned businesses through procurement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B7FD-9404-197D-D17B-988679BA3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326863"/>
            <a:ext cx="10587419" cy="636967"/>
          </a:xfrm>
        </p:spPr>
        <p:txBody>
          <a:bodyPr/>
          <a:lstStyle/>
          <a:p>
            <a:r>
              <a:rPr lang="en-US" dirty="0"/>
              <a:t>Pillar 3 | Physical &amp; Digital Infrastructure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F1E0F-B012-A158-5E90-A5119ADFC5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9535" y="1368788"/>
            <a:ext cx="10300453" cy="4120424"/>
          </a:xfrm>
        </p:spPr>
        <p:txBody>
          <a:bodyPr/>
          <a:lstStyle/>
          <a:p>
            <a:pPr lvl="0">
              <a:spcAft>
                <a:spcPts val="1200"/>
              </a:spcAft>
            </a:pPr>
            <a:r>
              <a:rPr lang="en-US" sz="2200" b="1" dirty="0"/>
              <a:t>Goal: </a:t>
            </a:r>
            <a:r>
              <a:rPr lang="en-US" sz="2200" dirty="0"/>
              <a:t>Build the infrastructure people need to fully participate in the economy.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Accessible public transportation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Accessible autonomous vehicles and mobility technology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Accessible housing and physical environments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Digital accessibility as essential infrastructure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/>
              <a:t>Accessible workplace technology and emerging AI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94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4701-7E50-6DCF-B848-801E1245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326863"/>
            <a:ext cx="10541699" cy="636967"/>
          </a:xfrm>
        </p:spPr>
        <p:txBody>
          <a:bodyPr/>
          <a:lstStyle/>
          <a:p>
            <a:r>
              <a:rPr lang="en-US" dirty="0"/>
              <a:t>Pillar 4 | Decouple Health Security from Labor Status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E5AF-8025-0BC7-A7FC-4DD231640C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103" y="1251167"/>
            <a:ext cx="10399121" cy="4120424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000" b="1" dirty="0"/>
              <a:t>Goal: </a:t>
            </a:r>
            <a:r>
              <a:rPr lang="en-US" sz="2000" dirty="0"/>
              <a:t>Make career advancement possible without risking essential health care and supports.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Universalize Medicaid Buy-In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Make Medicaid and HCBS more portable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Create clear transitions between Medicaid and Medicaid Buy-In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Protect assets during employment and coverage transitions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Modernize employer health benefits to better address disability-related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0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B8D3-B2ED-11BB-A2E2-6AE1FA823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6863"/>
            <a:ext cx="10495979" cy="636967"/>
          </a:xfrm>
        </p:spPr>
        <p:txBody>
          <a:bodyPr/>
          <a:lstStyle/>
          <a:p>
            <a:r>
              <a:rPr lang="en-US" dirty="0"/>
              <a:t>Pillar 5 | Leverage the AI Dividend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48111-3254-0851-F9BD-DBCA5F23E0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103" y="1287743"/>
            <a:ext cx="10399121" cy="4120424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000" b="1" dirty="0"/>
              <a:t>Goal: </a:t>
            </a:r>
            <a:r>
              <a:rPr lang="en-US" sz="2000" dirty="0"/>
              <a:t>Ensure people with disabilities participate in, and benefit from, the economic gains generated by AI.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Use an AI dividend to support long-term wealth building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Expand seed capital and matched savings vehicles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Invest in accessible education, training, and apprenticeships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Prepare workers with disabilities for emerging high-value careers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Use technology to reduce the additional costs associated with disability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09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e image depicts a circular diagram illustrating interconnected themes of wealth, ownership, AI, future, work, career opportunities, an ecosystem, security, access, health, transportation, and technology.">
            <a:extLst>
              <a:ext uri="{FF2B5EF4-FFF2-40B4-BE49-F238E27FC236}">
                <a16:creationId xmlns:a16="http://schemas.microsoft.com/office/drawing/2014/main" id="{5308FCE7-BB68-7629-BC29-C52C89A738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57" r="18884" b="2000"/>
          <a:stretch>
            <a:fillRect/>
          </a:stretch>
        </p:blipFill>
        <p:spPr>
          <a:xfrm>
            <a:off x="2916936" y="704850"/>
            <a:ext cx="6236208" cy="53393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340E83-FA44-B299-504D-AE27BC629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326863"/>
            <a:ext cx="10377107" cy="636967"/>
          </a:xfrm>
        </p:spPr>
        <p:txBody>
          <a:bodyPr/>
          <a:lstStyle/>
          <a:p>
            <a:r>
              <a:rPr lang="en-US" dirty="0"/>
              <a:t>What Happens When the Pillars Work Together?</a:t>
            </a:r>
          </a:p>
        </p:txBody>
      </p:sp>
    </p:spTree>
    <p:extLst>
      <p:ext uri="{BB962C8B-B14F-4D97-AF65-F5344CB8AC3E}">
        <p14:creationId xmlns:p14="http://schemas.microsoft.com/office/powerpoint/2010/main" val="42980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0592-2D54-2518-4A07-200EF0EE8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3" y="326863"/>
            <a:ext cx="10532555" cy="636967"/>
          </a:xfrm>
        </p:spPr>
        <p:txBody>
          <a:bodyPr/>
          <a:lstStyle/>
          <a:p>
            <a:r>
              <a:rPr lang="en-US" dirty="0"/>
              <a:t>The Vision: A Disability Middle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26DC9-3757-7EBE-D42C-84B90A0CA3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504" y="1067873"/>
            <a:ext cx="10600289" cy="380326"/>
          </a:xfrm>
        </p:spPr>
        <p:txBody>
          <a:bodyPr/>
          <a:lstStyle/>
          <a:p>
            <a:r>
              <a:rPr lang="en-US" dirty="0"/>
              <a:t>A disability middle class means people with disabilities can: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C750E-280F-1FF8-29C1-D22F7651B1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6111" y="1543775"/>
            <a:ext cx="10307681" cy="4120424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Pursue competitive, well-paid careers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Build savings, assets, and wealth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Own homes and businesses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Access health care and essential supports without being trapped by benefits cliffs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Move, work, learn, and participate fully in their communities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Build financial security across the lifespan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1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0571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253B3D"/>
      </a:dk1>
      <a:lt1>
        <a:srgbClr val="FFFFFF"/>
      </a:lt1>
      <a:dk2>
        <a:srgbClr val="0A6071"/>
      </a:dk2>
      <a:lt2>
        <a:srgbClr val="72808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843ea8-a5cc-4383-8302-188b933eb7c8">
      <Terms xmlns="http://schemas.microsoft.com/office/infopath/2007/PartnerControls"/>
    </lcf76f155ced4ddcb4097134ff3c332f>
    <TaxCatchAll xmlns="c44d6356-d1a6-4fc1-9891-d752f05320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5AC88F66439D4FB12807F67CC2289D" ma:contentTypeVersion="16" ma:contentTypeDescription="Create a new document." ma:contentTypeScope="" ma:versionID="ff75fd03bbf65faabd28d4cab8d9a2b9">
  <xsd:schema xmlns:xsd="http://www.w3.org/2001/XMLSchema" xmlns:xs="http://www.w3.org/2001/XMLSchema" xmlns:p="http://schemas.microsoft.com/office/2006/metadata/properties" xmlns:ns2="c44d6356-d1a6-4fc1-9891-d752f0532080" xmlns:ns3="bf843ea8-a5cc-4383-8302-188b933eb7c8" targetNamespace="http://schemas.microsoft.com/office/2006/metadata/properties" ma:root="true" ma:fieldsID="d7017a9162d699c002a22d28f417841e" ns2:_="" ns3:_="">
    <xsd:import namespace="c44d6356-d1a6-4fc1-9891-d752f0532080"/>
    <xsd:import namespace="bf843ea8-a5cc-4383-8302-188b933eb7c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d6356-d1a6-4fc1-9891-d752f05320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  <xsd:element name="TaxCatchAll" ma:index="21" nillable="true" ma:displayName="Taxonomy Catch All Column" ma:hidden="true" ma:list="{a872cf0c-0cf2-43dc-a127-39e988dfc666}" ma:internalName="TaxCatchAll" ma:showField="CatchAllData" ma:web="c44d6356-d1a6-4fc1-9891-d752f05320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843ea8-a5cc-4383-8302-188b933eb7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159ba972-e7e9-4f28-b997-864bd290e7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5098B0-F69A-4D6A-83BE-9FEA9D5512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13EE94-82A2-48B4-9790-D5F4205CDEB2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c44d6356-d1a6-4fc1-9891-d752f0532080"/>
    <ds:schemaRef ds:uri="http://schemas.microsoft.com/office/infopath/2007/PartnerControls"/>
    <ds:schemaRef ds:uri="http://purl.org/dc/terms/"/>
    <ds:schemaRef ds:uri="bf843ea8-a5cc-4383-8302-188b933eb7c8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4A9A0BC-3AE0-4E26-817D-95456621FF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4d6356-d1a6-4fc1-9891-d752f0532080"/>
    <ds:schemaRef ds:uri="bf843ea8-a5cc-4383-8302-188b933eb7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4330</TotalTime>
  <Words>483</Words>
  <Application>Microsoft Office PowerPoint</Application>
  <PresentationFormat>Widescreen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Merriweather 18pt</vt:lpstr>
      <vt:lpstr>Open Sans</vt:lpstr>
      <vt:lpstr>Poppins</vt:lpstr>
      <vt:lpstr>Symbol</vt:lpstr>
      <vt:lpstr>1_Office Theme</vt:lpstr>
      <vt:lpstr>Pillars for Building a Disability Middle Class</vt:lpstr>
      <vt:lpstr>The Shift: From Poverty Prevention to Prosperity</vt:lpstr>
      <vt:lpstr>The Five Pillars of a Disability Middle Class</vt:lpstr>
      <vt:lpstr>Pillar 1 | Structured Asset-Building</vt:lpstr>
      <vt:lpstr>Pillar 2 | High-Paid Employment &amp; Upward Mobility</vt:lpstr>
      <vt:lpstr>Pillar 3 | Physical &amp; Digital Infrastructure</vt:lpstr>
      <vt:lpstr>Pillar 4 | Decouple Health Security from Labor Status</vt:lpstr>
      <vt:lpstr>Pillar 5 | Leverage the AI Dividend</vt:lpstr>
      <vt:lpstr>What Happens When the Pillars Work Together?</vt:lpstr>
      <vt:lpstr>The Vision: A Disability Middle Class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Ian Kellogg</dc:creator>
  <cp:lastModifiedBy>Elizabeth Jennings</cp:lastModifiedBy>
  <cp:revision>6</cp:revision>
  <dcterms:created xsi:type="dcterms:W3CDTF">2021-11-29T19:54:18Z</dcterms:created>
  <dcterms:modified xsi:type="dcterms:W3CDTF">2026-08-18T19:29:31Z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0x010100755AC88F66439D4FB12807F67CC2289D</vt:lpwstr>
  </property>
  <property fmtid="{D5CDD505-2E9C-101B-9397-08002B2CF9AE}" pid="3" name="MediaServiceImageTags">
    <vt:lpwstr/>
  </property>
</Properties>
</file>